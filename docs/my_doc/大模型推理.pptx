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315" ns1:id="rId66"/>
    <ns0:sldId id="316" ns1:id="rId67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  <ns0:sldId id="301" ns1:id="rId52"/>
    <ns0:sldId id="302" ns1:id="rId53"/>
    <ns0:sldId id="303" ns1:id="rId54"/>
    <ns0:sldId id="304" ns1:id="rId55"/>
    <ns0:sldId id="305" ns1:id="rId56"/>
    <ns0:sldId id="306" ns1:id="rId57"/>
    <ns0:sldId id="307" ns1:id="rId58"/>
    <ns0:sldId id="308" ns1:id="rId59"/>
    <ns0:sldId id="309" ns1:id="rId60"/>
    <ns0:sldId id="310" ns1:id="rId61"/>
    <ns0:sldId id="311" ns1:id="rId62"/>
    <ns0:sldId id="312" ns1:id="rId63"/>
    <ns0:sldId id="313" ns1:id="rId64"/>
    <ns0:sldId id="314" ns1:id="rId65"/>
  </ns0:sldIdLst>
  <ns0:sldSz cx="12191695" cy="6858000" type="screen4x3"/>
  <ns0:notesSz cx="6858000" cy="9144000"/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8.xml"/><Relationship Id="rId67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6473952"/>
          </a:xfrm>
          <a:prstGeom prst="rect">
            <a:avLst/>
          </a:prstGeom>
          <a:solidFill>
            <a:srgbClr val="FA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64922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800">
                <a:solidFill>
                  <a:srgbClr val="162C54"/>
                </a:solidFill>
                <a:latin typeface="Microsoft YaHei"/>
              </a:rPr>
              <a:t>大模型推理部署：从训练背景到 llama.cpp 在自研 NPU 上的落地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3471B0"/>
                </a:solidFill>
                <a:latin typeface="Microsoft YaHei"/>
              </a:rPr>
              <a:t>以 Qwen2.5-0.5B 为例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743200"/>
            <a:ext cx="621792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分享焦点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27248"/>
            <a:ext cx="621792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700">
                <a:solidFill>
                  <a:srgbClr val="232323"/>
                </a:solidFill>
                <a:latin typeface="Microsoft YaHei"/>
              </a:rPr>
              <a:t>- 面向只有少量大模型基础的工程同事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700">
                <a:solidFill>
                  <a:srgbClr val="232323"/>
                </a:solidFill>
                <a:latin typeface="Microsoft YaHei"/>
              </a:rPr>
              <a:t>- 从模型结构、推理框架到后端落地，串起一条完整链路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700">
                <a:solidFill>
                  <a:srgbClr val="232323"/>
                </a:solidFill>
                <a:latin typeface="Microsoft YaHei"/>
              </a:rPr>
              <a:t>- 重点回答为什么选 llama.cpp，以及自研 NPU 真正要补哪些能力</a:t>
            </a:r>
          </a:p>
        </p:txBody>
      </p:sp>
      <p:pic>
        <p:nvPicPr>
          <p:cNvPr id="7" name="Picture 6" descr="模型文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00200"/>
            <a:ext cx="3383280" cy="3383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分享目标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核心问题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训练阶段的哪些设计会直接影响推理部署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当前主流推理框架各自更适合什么场景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为什么自研 NPU 嵌入式环境更适合从 llama.cpp 切入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落地范围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以 Qwen2.5-0.5B 为例说明推理主链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拆解必须实现的关键 OP node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讨论设备注册、eagle 模式和 shape 语义差异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主线内容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4965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训练与模型结构相关背景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推理框架发展与应用层差异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llama.cpp 作为嵌入式框架的原因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Qwen2.5-0.5B 在 llama.cpp 中的工作原理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必须实现的 OP node 与 NPU 落地问题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为什么做推理部署，还要先理解训练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结构来自训练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GQA、RoPE、SwiGLU、上下文长度都不是部署时临时决定的，而是训练阶段定下来的结构选择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这些选择会直接决定张量形状、算子类型、KV cache 大小和长上下文行为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部署关注点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部署工程师不必掌握所有训练算法，但必须知道哪些训练设计会投影到推理阶段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否则很难判断哪些 OP 要做、哪些 buffer 会成为瓶颈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大模型模型结构的两大路线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800" b="1">
                <a:solidFill>
                  <a:srgbClr val="3471B0"/>
                </a:solidFill>
                <a:latin typeface="Microsoft YaHei"/>
              </a:rPr>
              <a:t>Transformer 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以自注意力为核心，典型结构是 Q/K/V、Attention、RoPE、FFN、KV cache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典型代表：Qwen、DeepSeek、GPT、Llama 等主流系列都属于这一类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训练、量化、推理框架和部署生态最成熟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800" b="1">
                <a:solidFill>
                  <a:srgbClr val="3471B0"/>
                </a:solidFill>
                <a:latin typeface="Microsoft YaHei"/>
              </a:rPr>
              <a:t>Attention-free 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用状态空间模型或递推结构替代标准 Attention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典型代表：Mamba、RWKV、RetNet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优势通常在长序列状态递推；短板在生态、算子成熟度和通用部署经验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486400"/>
            <a:ext cx="109728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559552"/>
            <a:ext cx="1071676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00" b="1">
                <a:solidFill>
                  <a:srgbClr val="5F6368"/>
                </a:solidFill>
                <a:latin typeface="Microsoft YaHei"/>
              </a:rPr>
              <a:t>当前旗舰通用模型仍以 Transformer 变体为主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当前主流模型的结构选择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Qwen 系列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Qwen 系列主线仍以 Decoder-only Transformer 为基础（含指令版 / thinking 能力扩展）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以「当前迭代」为例：按对外口径可统一到 Qwen 3.x（含你提到的 Qwen3.6）这一代的命名体系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典型工程特征仍是 RMSNorm / RoPE / GQA / SwiGLU + LM Head，差别主要在训练配方、工具调用与长上下文能力边界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DeepSeek / GPT 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DeepSeek 系列仍以 Transformer 主干为主，强调推理效率与稀疏化结构（MoE、压缩注意力等方向）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以「当前迭代」为例：按对外口径可统一到 DeepSeek V4 这一代命名体系（内部细节以权重与模型卡为准）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GPT 系列公开细节更少，但业界普遍仍将其归为 Decoder-only Transformer 家族；部署层面仍以 Attention + FFN/MoE + KV cache 为主线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486400"/>
            <a:ext cx="109728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559552"/>
            <a:ext cx="1071676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1400">
                <a:solidFill>
                  <a:srgbClr val="5F6368"/>
                </a:solidFill>
                <a:latin typeface="Microsoft YaHei"/>
              </a:rPr>
              <a:t>趋势：旗舰通用模型仍以 Transformer 变体为主干；DeepSeek / Qwen / GPT 的差异更多体现在稀疏化、上下文策略与训练目标上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模型结构演进趋势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 Transformer 仍是主流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训练方法成熟，数据、并行、优化器、量化、蒸馏和推理生态都围绕它发展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应用侧几乎所有成熟框架都优先支持 Transformer 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FFF3E3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Attention-free 的定位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更适合特定长序列场景的探索性路线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短期内还不是通用旗舰模型与通用部署的主线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未来更可能先在局部任务里扩大影响，再看是否进入通用模型主干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Kimi / GLM 系列：结构与部署关注点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Kimi（Moonshot）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面向对话与 Agent 的产品形态很强，但底层主干通常仍可归类为大规模语言模型（多为 Decoder-only Transformer 路线或其工程变体）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部署时要区分「对话协议层」（模板、工具调用、记忆策略）与「模型主干层」（Attention + FFN/MoE）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若权重公开细节不全：结构结论以模型卡 / 开源权重 / 官方推理栈为准，避免把营销命名当成架构定义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FFF3E3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ChatGLM / GLM（智谱）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GLM 家族包含对话模型与代码模型等多条线；对外迭代常以 GLM-x / GLM-4.x 等形式演进（具体号段以官方发布为准）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工程落地上同样是 Transformer 主干：通常是 Decoder-only 或带前缀结构的变体，外加对话模板与工具调用协议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与 Qwen / DeepSeek 类似：差异更多体现在 MoE、长上下文、对齐策略与训练数据配方，而不是彻底换范式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Embedding / Reranker：结构和推理部署差异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Embedding（向量模型）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目标：把 query/doc 映射成向量，用相似度做召回（Bi-encoder：两端各自编码一次）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常见代表：Qwen-Embedding / text-embedding 系列；BGE 系列（如 BGE-M3 等多尺度检索向量模型）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部署特征：批量吞吐优先，序列通常较短；核心是矩阵乘 + pooling + normalize，不一定需要生成式 decode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FFF3E3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82F59"/>
                </a:solidFill>
                <a:latin typeface="Microsoft YaHei"/>
              </a:rPr>
              <a:t>Reranker（重排序模型）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目标：对候选文档列表精细打分，常用 Cross-encoder（query+doc 拼在一起过 Transformer）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常见代表：Qwen / Jina 等 reranker；BGE-Reranker 系列（交互式打分模型）</a:t>
            </a:r>
          </a:p>
          <a:p>
            <a:pPr>
              <a:lnSpc>
                <a:spcPct val="118000"/>
              </a:lnSpc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Microsoft YaHei"/>
              </a:rPr>
              <a:t>- 部署特征：相比 embedding 更贵（候选多时计算放大）；优化重点是 batching、截断长度与缓存策略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大模型训练的三个阶段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能力塑形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Pretrain：让模型学会语言、知识和基础模式识别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SFT：让模型更会按指令做任务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RLHF / DPO：让模型更符合人类偏好和安全约束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部署相关性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对部署来说，关键不是训练细节本身，而是最终交付出的模型结构、tokenizer、超参数和推理行为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这些内容最终会变成模型文件格式和运行时语义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为什么训练过程中不用太考虑 KV cache 的存储问题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训练时的主矛盾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训练通常按整段序列并行前向和反向，而不是像推理那样逐 token 增量生成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训练阶段更占内存的是 activation、gradient、optimizer state，而不是持续保留的历史 KV cache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即便训练中会算出 K/V，它们通常只服务当前这次前向与反向，不需要跨很多步长期常驻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推理时的主矛盾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推理阶段为了避免重复计算历史 token，必须把每一步的 K/V 长时间保留下来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因此 KV cache 在推理中是常驻且持续增长的存储对象，在训练中却不是主要矛盾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训练关注：activation / grad / optimizer</a:t>
            </a:r>
            <a:br/>
            <a:r>
              <a:rPr>
                <a:latin typeface="Microsoft YaHei"/>
              </a:rPr>
              <a:t>推理关注：persistent KV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Tokenizer：只做一个简单介绍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它是什么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Tokenizer 把文本切分成 token，并把 token 映射成整数 id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模型真正接收的是 token id 序列，而不是原始字符串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token 是字符和整词之间的折中单位，既保留一定语义，又控制词表和序列长度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它为什么重要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它决定序列长度、词表大小以及中英文/代码的切分方式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同样一段文本，不同 tokenizer 可能对应完全不同的 token 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Tokenizer 的常见类型与部署影响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常见类型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主流方案是子词级，如 BPE、WordPiece、SentencePiece / Unigram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字符级序列太长，词级 OOV 和词表规模问题明显，所以现代大模型很少直接采用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同样一段文本，不同 tokenizer 会产生不同 token 数，直接影响 prefill 开销、KV cache 和时延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tokenizer 与模型必须严格配套，否则推理结果会直接失真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在嵌入式场景里，token 数差异会进一步放大成真实的时延和内存差异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Qwen2.5-0.5B 的整体结构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6400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主干结构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Qwen2.5-0.5B 本质上是一个 Decoder-only Transformer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整体链路可以概括为：Input tokens -&gt; Embedding -&gt; N 层 Transformer Block -&gt; LM Head -&gt; Logits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44468"/>
            <a:ext cx="6400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推理方式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0228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模型每一步输出的是下一个 token 在词表上的条件概率分布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实际推理是不断重复 logits -&gt; 采样 -&gt; 下一个 token 的循环</a:t>
            </a:r>
          </a:p>
        </p:txBody>
      </p:sp>
      <p:pic>
        <p:nvPicPr>
          <p:cNvPr id="8" name="Picture 7" descr="模型文件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3794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202936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sz="1000">
                <a:solidFill>
                  <a:srgbClr val="64686E"/>
                </a:solidFill>
                <a:latin typeface="Microsoft YaHei"/>
              </a:rPr>
              <a:t>材料中的模型结构示意图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5394960"/>
            <a:ext cx="3977639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5468112"/>
            <a:ext cx="3721607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960">
                <a:solidFill>
                  <a:srgbClr val="232323"/>
                </a:solidFill>
                <a:latin typeface="Microsoft YaHei"/>
              </a:rPr>
              <a:t>P(x_t | x_0, ..., x_{t-1})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单个 Transformer Block 的组成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Attention 子模块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输入 hidden states 先经过 RMSNorm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再做 Q/K/V 投影、RoPE、Attention 计算和输出投影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最后与残差相加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FFN 子模块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再做一次 RMSNorm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进入 gate/up/down 投影和 SwiGLU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输出继续与残差相加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GQA、RoPE、SwiGLU 为什么重要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结构选择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GQA 让多个 Q 共享更少的 K/V，直接缩小 KV cache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RoPE 把位置信息显式编码到 Q、K 中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SwiGLU 决定 FFN 不是简单的两层线性 + 激活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这三项设计会直接决定必须支持的 OP：mul_mat、rope、softmax、glu、set_rows 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如果不理解结构来源，就很难规划后端实现优先级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Attention(Q, K, V)=softmax(Q @ K^T / sqrt(d_k) + mask) @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训练产物如何交给部署侧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交付内容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包含的内容包括 tokenizer、模型结构超参数、位置编码参数和数据类型信息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在 llama.cpp 生态里，这些内容通常被统一组织进 GGUF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工程含义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模型文件格式本身就是运行时协议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部署的过程就是解释并执行这份协议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推理框架要解决什么问题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框架职责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模型文件加载与解析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张量和算子的统一表达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计算图构建、调度与执行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KV cache 与内存管理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多设备后端接入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大模型额外挑战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长上下文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量化与带宽约束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多并发与吞吐/时延平衡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推理框架的发展脉络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三个阶段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早期：PyTorch / Transformers 直接做 eager 推理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中期：ONNX Runtime、TensorRT、TVM 这类图执行和优化系统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当前：vLLM、SGLang、TensorRT-LLM、llama.cpp、MLC-LLM 等专门面向大模型的框架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演进目标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从能跑，走向高吞吐、低时延、低内存和高可部署性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同时越来越强调应用层接口与服务形态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当前推理框架的大致分工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数据中心高吞吐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vLLM、SGLang、TensorRT-LLM 更强调服务端吞吐、多并发和 GPU 利用率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典型目标是大规模问答、Agent 服务或云侧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端侧 / 本地部署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llama.cpp、MLC-LLM 和部分厂商 SDK 更强调轻量、可移植和本地运行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典型目标是边缘设备、PC、本地服务和嵌入式平台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从应用程序层面看 vLLM 的定位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默认交互方式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vLLM 更偏向 stateless 的服务端推理引擎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常见接口是 OpenAI 风格：应用侧把本轮需要的上下文一次性拼好，再送给推理服务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上下文管理责任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历史对话如何裁剪、如何保留、何时摘要，通常由应用开发者或用户侧决定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vLLM 的强项在高吞吐调度、批处理和服务能力，而不是替应用层管理对话状态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从应用程序层面看 llama.cpp 的定位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更贴近本地运行时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llama.cpp 除了推理内核，还提供了更贴近本地应用的上下文与会话能力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在 server / examples 层面可以看到 chat template、session、slot、KV cache reuse 等能力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上下文管理能力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更容易把同一会话的上下文持续保存在本地运行时中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对嵌入式设备和单机应用来说，这种上下文持久性通常更实用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vLLM 与 llama.cpp 的应用层差异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vLLM 更像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面向云侧服务的高吞吐推理引擎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应用层通常自己决定如何组织历史对话和提示词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更适合统一 API 网关、集中式服务和批量请求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llama.cpp 更像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面向本地/边缘运行时的轻量推理框架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更容易把会话状态、session 和本地上下文管理纳入运行时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更适合单机应用、设备侧服务和自研后端接入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为什么数据中心框架不一定适合自研嵌入式 NPU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环境假设不同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很多主流高吞吐框架默认依赖 CUDA、大显存 GPU 和完整 Python 服务栈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它们追求的是多并发吞吐，而不是低依赖、可裁剪和板端集成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嵌入式现实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自研 NPU 场景更关注 C/C++ 集成、交叉编译、内存可控、驱动接入和定位问题能力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因此需要一个更轻、更容易改造的底层框架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嵌入式 NPU 部署最关心什么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核心需求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运行时足够轻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C/C++ 友好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易于交叉编译和板端集成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buffer 和内存语义清楚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算子边界清晰，便于逐个落地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工程策略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通常是先打通，再优化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先跑通关键模型和主链，再考虑量化、融合和图下推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为什么在这样的约束下选择 llama.cpp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优势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实现轻量，适合资源受限环境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基于 ggml，张量、view、buffer、backend 语义清楚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GGUF 和量化模型生态成熟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先 CPU 跑通，再逐步把热点 OP 下沉到 NPU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工程价值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它不是最强服务框架，但很适合作为自研 NPU 接入的基础框架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足够简单，又不至于简单到无法表达真实的大模型推理图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llama.cpp 的关键资产与代价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532638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关键资产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GGUF：统一模型交付格式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ggml：统一 tensor / graph / stride / view 语义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backend 抽象：设备注册、buffer、graph_compute 和调度入口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4788" y="1417320"/>
            <a:ext cx="532638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需要承担的代价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4788" y="1801368"/>
            <a:ext cx="5326380" cy="4645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不是自研 NPU 开箱即用方案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需要自己补设备注册、内存管理和关键 OP 实现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560">
                <a:solidFill>
                  <a:srgbClr val="232323"/>
                </a:solidFill>
                <a:latin typeface="Microsoft YaHei"/>
              </a:rPr>
              <a:t>- 需要真正理解图语义和张量视图语义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为什么以 Qwen2.5-0.5B 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示例价值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模型规模小，适合在嵌入式环境做验证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结构完整，包含 GQA、RoPE、SwiGLU 等典型特征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很适合作为从 0 到 1 打通部署链路的样例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本次边界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重点说明工作原理和后端落地点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量化/反量化会提到，但不把它作为本轮实现主线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Qwen2.5-0.5B 在 llama.cpp 中的全链路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从文件到运行时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GGUF 模型文件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读取 metadata 和 tensor 信息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初始化 model / context / backend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构建前向图并执行 Prefill / Decode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从运行时到输出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得到 logits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走采样策略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生成下一个 token 并继续循环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GGUF：llama.cpp 生态中的模型交付格式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Header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Metadata KV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Tensor Info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Tensor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把模型结构信息和权重统一打包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支持量化权重和 mmap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对部署来说，它就是运行时协议的一部分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Header | Metadata KV | Tensor Info | Tensor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量化与反量化在部署链中的位置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为什么要量化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降低模型体积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降低带宽压力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提升设备侧推理性能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两条常见路径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先反量化，再走浮点算子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直接做量化矩阵乘和量化权重读取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这会决定未来 NPU 的性能上限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llama.cpp 的几个核心对象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图语义对象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ggml_tensor：张量与图节点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ggml_context：图构建期的内存池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设备语义对象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ggml_backend_device：具体设备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ggml_backend_buffer_type：某类存储策略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ggml_backend_buffer：一块已分配好的后端内存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ggml_tensor 的三层语义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三层含义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张量元信息：type / ne / nb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数据映射：buffer / data / view_src / view_offs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图节点信息：op / op_params / src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看到一个 ggml_tensor * 时，不能只把它理解成数组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它同时承载逻辑张量、view 对象和计算图节点三层语义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shape、stride、view 的工程含义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shape 与 stride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ne[] 表示 shape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nb[] 表示按字节计的 stride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常见风险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一个 tensor 看起来 shape 正常，但可能是 view、transpose、permute 的结果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</a:rPr>
              <a:t>- 如果后端只看 shape，不看 stride / offset / view，结果就容易出错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推理主链的真正起点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输入处理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用户文本先经过 tokenizer，得到 input_ids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模型运行时真正接收的是 token id 序列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进入模型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token id 继续进入 embedding 查表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变成连续浮点表示后，才真正进入 Transformer 主干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Prefill 阶段：先把历史上下文吃进去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一次处理完整 prompt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为所有历史 token 计算 K/V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建立 KV cache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输出最后一个 token 的 logits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为什么这样做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先把上下文状态准备好，后续 Decode 才能增量进行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这是自回归推理的第一阶段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Decode 阶段：之后每次只处理一个新 token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每一步输入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当前新 token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历史 KV cache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每一步输出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当前 token 的 Q/K/V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更新后的 KV cache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下一个 token 的 logits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Q、K、V 在推理过程中的角色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功能分工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Q：当前 token 发起查询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K：历史和当前 token 的索引键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V：历史和当前 token 的值向量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 K/V 要缓存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Attention 本质上是当前 Q 去匹配历史 K，再用权重汇聚历史 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因此 K/V 需要保留下来，而 Q 通常只服务当前一步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把一层 Qwen2.5 拆开，会看到什么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Attention 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RMSNorm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Q/K/V 投影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RoPE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score、Softmax、与 V 相乘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输出投影与残差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FFN 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RMSNorm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gate/up/down 投影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SwiGLU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残差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为什么大模型推理一定绕不开 KV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没有 KV 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每生成一个新 token，都要重新计算所有历史 token 的 K/V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序列越长，代价越高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有 KV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历史 token 的 K/V 被保留下来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后续每一步只新增当前 token 的 K/V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本质是用存储换计算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KV cache 的空间为什么会越来越大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增长来源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token 数持续增加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每一层都要保存 K 和 V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batch、n_kv_heads、head_dim、层数和 dtype 都会线性放大开销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即使模型参数不大，长上下文下 KV cache 也会成为显著内存压力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这也是 GQA 和量化都很重要的原因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KV bytes = 2 * bsz * n_tokens * n_kv_heads * head_dim * sizeof(dtype) * n_layers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KV cache 的空间估算示例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K/V 形状可近似写成 [bsz, n_tokens, n_kv_heads * head_dim]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一个 token 的 K/V 对应 [n_kv_heads, head_dim]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Qwen2.5-0.5B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材料中估算约为 12K * bsz * n_tokens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当上下文长度达到 32K 时，单序列 KV cache 规模可接近数百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llama.cpp 中 KV cache 的分层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数据面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K/V tensor 和后端 buffer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真正承载历史注意力信息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控制面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cell / slot / stream / sequence 元数据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决定本批 token 写到哪里、读哪些历史位置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llama.cpp 的执行模型：先构图，再调度执行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执行方式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根据当前 batch 构建前向图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再由 backend scheduler 划分和调度执行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后端含义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后端不仅要会算子，还要能理解图和张量语义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这也是为什么 backend 接入不是简单写几个 kernel 就结束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为什么 scheduler 很重要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它解决什么问题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每个节点应该在哪个 backend 上执行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哪些张量驻留在哪种 buffer 上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图如何切分、跨设备输入如何处理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对自研 NPU 的含义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不只是实现 OP，还要声明 supports_op 和 supports_buft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否则图划分和执行都不成立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必须实现的 OP node 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主链 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GET_ROWS、MUL_MAT、RMS_NORM、RoPE、SOFT_MAX、GLU(SwiGLU)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ADD/MUL、SET_ROWS、CONT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特殊语义 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VIEW / RESHAPE / TRANSPOSE / PERMUTE 等 shape-node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量化/反量化虽然本轮不展开，但必须预留位置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GGML_OP_GET_ROWS：Embedding 查表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按整型下标从表里取行，本质是 gather rows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在 embedding 阶段，根据 token id 从词表/嵌入表中查出对应向量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它是推理主链中最早出现、也最容易理解的基础 OP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没有它就无法从 token 进入连续向量空间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struct ggml_tensor * ggml_get_rows(ctx, a,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GGML_OP_MUL_MAT：线性层的主力算子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出现位置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Q/K/V 投影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Attention 输出投影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FFN 的 up / gate / 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工程意义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它通常是最关键的热点算子之一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如果 NPU 只优先实现少数几个高价值 OP，MUL_MAT 一定排在最前面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struct ggml_tensor * ggml_mul_mat(ctx, a, 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GGML_OP_RMS_NORM 与 ADD/MUL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RMS_NORM 的作用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按向量做均方根归一化，不减均值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会出现在 Attention 前、FFN 前和输出层前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为什么还需要 ADD/MUL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很多时候 gamma 缩放和偏置不会融合进 RMS_NORM 节点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因此后端实现里通常还要支持逐元素二元算子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mean_sq = sum(x_i^2)/d</a:t>
            </a:r>
            <a:br/>
            <a:r>
              <a:rPr>
                <a:latin typeface="Microsoft YaHei"/>
              </a:rPr>
              <a:t>RMS = sqrt(mean_sq + eps)</a:t>
            </a:r>
            <a:br/>
            <a:r>
              <a:rPr>
                <a:latin typeface="Microsoft YaHei"/>
              </a:rPr>
              <a:t>y_i = x_i / 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RoPE 与 YaRN：位置编码相关的关键 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6400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在 Q、K 上做二维旋转，把位置信息带入 attention score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标准 RoPE 通常已经是必须支持的功能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44468"/>
            <a:ext cx="6400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YaRN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0228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面向长上下文扩展的增强形式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即使本轮先不实现，也应在架构上给它留扩展位</a:t>
            </a:r>
          </a:p>
        </p:txBody>
      </p:sp>
      <p:pic>
        <p:nvPicPr>
          <p:cNvPr id="8" name="Picture 7" descr="RoPE旋转公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3794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202936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sz="1000">
                <a:solidFill>
                  <a:srgbClr val="64686E"/>
                </a:solidFill>
                <a:latin typeface="Microsoft YaHei"/>
              </a:rPr>
              <a:t>材料中的 RoPE 旋转公式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5394960"/>
            <a:ext cx="3977639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5468112"/>
            <a:ext cx="3721607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960">
                <a:solidFill>
                  <a:srgbClr val="232323"/>
                </a:solidFill>
                <a:latin typeface="Microsoft YaHei"/>
              </a:rPr>
              <a:t>R(phi) = [[cos(phi), -sin(phi)], [sin(phi), cos(phi)]]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GGML_OP_SOFT_MAX：Attention 归一化的关键一步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6400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输入与输出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输入通常是 Q @ K^T 得到的 attention score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输出是归一化后的注意力权重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44468"/>
            <a:ext cx="6400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实现关注点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0228"/>
            <a:ext cx="6400800" cy="18882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需要考虑 scale、attn_mask、可能的 alibi 和 sink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计算量不大，但对精度和数值稳定性要求很高</a:t>
            </a:r>
          </a:p>
        </p:txBody>
      </p:sp>
      <p:pic>
        <p:nvPicPr>
          <p:cNvPr id="8" name="Picture 7" descr="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379476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5202936"/>
            <a:ext cx="3794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sz="1000">
                <a:solidFill>
                  <a:srgbClr val="64686E"/>
                </a:solidFill>
                <a:latin typeface="Microsoft YaHei"/>
              </a:rPr>
              <a:t>材料中的 softmax 公式图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4927" y="5394960"/>
            <a:ext cx="3977639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5468112"/>
            <a:ext cx="3721607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960">
                <a:solidFill>
                  <a:srgbClr val="232323"/>
                </a:solidFill>
                <a:latin typeface="Microsoft YaHei"/>
              </a:rPr>
              <a:t>t_i = exp(z_i - m)</a:t>
            </a:r>
            <a:br/>
            <a:r>
              <a:rPr>
                <a:latin typeface="Microsoft YaHei"/>
              </a:rPr>
              <a:t>result_i = t_i / sum(t)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GGML_OP_GLU（SwiGLU）：FFN 的核心激活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它不是普通激活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典型形式是先对 gate 路做 SiLU，再与 up 路逐元素相乘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因此它本质上是两路线性投影后的融合算子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部署关注点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需要支持逐元素激活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需要支持两路同形张量的逐元素融合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out = silu(gate) *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GGML_OP_SET_ROWS：按索引写回表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它是 GET_ROWS 的反方向，不是读表，而是按整型下标往表里写行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常见于 KV cache 更新这类 scatter 写回场景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工程难点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比普通连续写更麻烦，因为涉及按索引散写和可能的类型转换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对 DMA 和写回接口设计都有要求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struct ggml_tensor * ggml_set_rows(ctx, a, b, 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GGML_OP_CONT：把逻辑张量变成物理连续数据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为什么需要它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很多硬件计算单元要求输入连续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非连续 view 即使 shape 正确，也可能无法直接被 kernel 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673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它做什么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33088"/>
            <a:ext cx="10972800" cy="19110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根据 shape、dtype、stride 等信息，把输入 tensor 复制成连续布局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是 shape 视图语义和硬件连续输入之间的重要桥梁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" y="5285232"/>
            <a:ext cx="10716768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019">
                <a:solidFill>
                  <a:srgbClr val="232323"/>
                </a:solidFill>
                <a:latin typeface="Microsoft YaHei"/>
              </a:rPr>
              <a:t>static struct ggml_tensor * ggml_cont_impl(ctx, 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shape-node：VIEW / RESHAPE / TRANSPOSE / PERMUTE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本质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这些 OP 在 ggml 中主要是图构建期语义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它们创建的是新的 shape / stride / view / offset 解释规则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后端实现原则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不要机械地把它们全部实现成真实搬数据的 NPU 前向算子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真正关键的是后继 OP 能正确消费这些视图语义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量化 / 反量化为什么现在就要预留位置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当前阶段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本轮不把量化/反量化作为必须首先完成的功能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但必须明确它们未来会插在权重读取和矩阵乘之间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后续影响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这会决定模型体积、带宽开销和 NPU 的真实性能上限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因此在总体架构评审中不能缺席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问题一：设备注册、设备管理和内存管理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多层抽象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ggml_backend_reg_i：后端注册层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ggml_backend_device_i：单设备能力层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ggml_backend_buffer_type_i：存储策略层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ggml_backend_buffer_i：已分配内存管理层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自研 NPU 要补什么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设备发现、backend 初始化、buffer 分配与对齐、copy 和同步接口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supports_op 与 supports_buft 等能力声明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问题二：图在 host，执行是 eagle 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当前形态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计算图主要在 host 侧管理，没有类似 CUDA Graph 的整图固化到 NPU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实际执行更像由 host 一个个算子向 NPU 下发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优点是更容易先打通和调试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缺点是 launch 开销明显，跨 OP 融合与设备侧全图优化更难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问题三：Torch 连续性与本地实现连续性的差异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Torch 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reshape / transpose / permute / view 往往只修改元信息，不真的移动数据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这类操作的本质是视图变换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本地实现风险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如果把这些操作误实现成真实的数据搬移，就会破坏后续语义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这也是从框架语义迁移到本地 NPU 实现时最容易踩坑的地方之一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2400" b="1">
                <a:solidFill>
                  <a:srgbClr val="182F59"/>
                </a:solidFill>
                <a:latin typeface="Microsoft YaHei"/>
              </a:rPr>
              <a:t>最小可用落地路径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先打通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GGUF 加载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tokenizer -&gt; embedding -&gt; prefill -&gt; decode 主链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关键 OP：GET_ROWS / MUL_MAT / RMS_NORM / RoPE / SOFT_MAX / GLU / SET_ROWS / CONT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再优化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量化 / 反量化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算子融合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子图下推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graph cache 与更高性能的 NPU 执行模式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b="1" sz="2400">
                <a:solidFill>
                  <a:srgbClr val="162C54"/>
                </a:solidFill>
                <a:latin typeface="Microsoft YaHei"/>
              </a:rPr>
              <a:t>总结：从训练背景到 NPU 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972800" cy="292608"/>
          </a:xfrm>
          <a:prstGeom prst="roundRect">
            <a:avLst/>
          </a:prstGeom>
          <a:solidFill>
            <a:srgbClr val="E8F0F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一条完整链路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91640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训练设计决定模型结构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模型结构决定推理图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推理图决定必须支持的 OP、KV cache 和内存语义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110228"/>
            <a:ext cx="10972800" cy="292608"/>
          </a:xfrm>
          <a:prstGeom prst="roundRect">
            <a:avLst/>
          </a:prstGeom>
          <a:solidFill>
            <a:srgbClr val="E4F4EC"/>
          </a:solidFill>
          <a:ln>
            <a:solidFill>
              <a:srgbClr val="D6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900"/>
              </a:spcAft>
            </a:pPr>
            <a:r>
              <a:rPr b="1" sz="1100">
                <a:solidFill>
                  <a:srgbClr val="162C54"/>
                </a:solidFill>
                <a:latin typeface="Microsoft YaHei"/>
              </a:rPr>
              <a:t>核心判断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475988"/>
            <a:ext cx="10972800" cy="22539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当前旗舰模型主线仍是 Transformer 变体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600">
                <a:solidFill>
                  <a:srgbClr val="232323"/>
                </a:solidFill>
                <a:latin typeface="Microsoft YaHei"/>
              </a:rPr>
              <a:t>- 自研 NPU 嵌入式落地更适合以 llama.cpp 为基础，先打通再优化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368"/>
                </a:solidFill>
                <a:latin typeface="Microsoft YaHei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